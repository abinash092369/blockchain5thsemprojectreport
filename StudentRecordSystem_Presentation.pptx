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Blockchain-Based Student Record System</a:t>
            </a:r>
          </a:p>
          <a:p>
            <a:endParaRPr dirty="0"/>
          </a:p>
          <a:p>
            <a:r>
              <a:rPr dirty="0"/>
              <a:t>By: </a:t>
            </a:r>
            <a:r>
              <a:rPr lang="en-US" dirty="0"/>
              <a:t>Swornapriya Patra </a:t>
            </a:r>
          </a:p>
          <a:p>
            <a:pPr marL="0" indent="0">
              <a:buNone/>
            </a:pPr>
            <a:r>
              <a:rPr lang="en-US" dirty="0"/>
              <a:t>           Suchismita Priyadarsini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 decentralized application (</a:t>
            </a:r>
            <a:r>
              <a:rPr dirty="0" err="1"/>
              <a:t>DApp</a:t>
            </a:r>
            <a:r>
              <a:rPr dirty="0"/>
              <a:t>) for storing student records</a:t>
            </a:r>
          </a:p>
          <a:p>
            <a:pPr marL="0" indent="0">
              <a:buNone/>
            </a:pPr>
            <a:r>
              <a:rPr dirty="0"/>
              <a:t>• Uses Ethereum blockchain for transparency &amp; security</a:t>
            </a:r>
          </a:p>
          <a:p>
            <a:pPr marL="0" indent="0">
              <a:buNone/>
            </a:pPr>
            <a:r>
              <a:rPr dirty="0"/>
              <a:t>• Eliminates tampering and centralized risks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Secure student record storage</a:t>
            </a:r>
          </a:p>
          <a:p>
            <a:pPr marL="0" indent="0">
              <a:buNone/>
            </a:pPr>
            <a:r>
              <a:rPr dirty="0"/>
              <a:t>• Enable add, update, delete, view operations</a:t>
            </a:r>
          </a:p>
          <a:p>
            <a:pPr marL="0" indent="0">
              <a:buNone/>
            </a:pPr>
            <a:r>
              <a:rPr dirty="0"/>
              <a:t>• Blockchain transparency with smart contracts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Frontend: React.js</a:t>
            </a:r>
          </a:p>
          <a:p>
            <a:pPr marL="0" indent="0">
              <a:buNone/>
            </a:pPr>
            <a:r>
              <a:rPr dirty="0"/>
              <a:t>• Backend: Node.js, Express</a:t>
            </a:r>
          </a:p>
          <a:p>
            <a:pPr marL="0" indent="0">
              <a:buNone/>
            </a:pPr>
            <a:r>
              <a:rPr dirty="0"/>
              <a:t>• Smart Contract: Solidity</a:t>
            </a:r>
          </a:p>
          <a:p>
            <a:pPr marL="0" indent="0">
              <a:buNone/>
            </a:pPr>
            <a:r>
              <a:rPr dirty="0"/>
              <a:t>• Blockchain: Ethereum </a:t>
            </a:r>
            <a:r>
              <a:rPr dirty="0" err="1"/>
              <a:t>Sepolia</a:t>
            </a:r>
            <a:endParaRPr dirty="0"/>
          </a:p>
          <a:p>
            <a:pPr marL="0" indent="0">
              <a:buNone/>
            </a:pPr>
            <a:r>
              <a:rPr dirty="0"/>
              <a:t>• Wallet: MetaMask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Contract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addRecord</a:t>
            </a:r>
            <a:r>
              <a:rPr dirty="0"/>
              <a:t>(id, name, marks)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getRecord</a:t>
            </a:r>
            <a:r>
              <a:rPr dirty="0"/>
              <a:t>(id)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updateRecord</a:t>
            </a:r>
            <a:r>
              <a:rPr dirty="0"/>
              <a:t>(id, name, marks)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deleteRecord</a:t>
            </a:r>
            <a:r>
              <a:rPr dirty="0"/>
              <a:t>(id)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getAllStudentIds</a:t>
            </a:r>
            <a:r>
              <a:rPr dirty="0"/>
              <a:t>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026" y="1265903"/>
            <a:ext cx="8229600" cy="4525963"/>
          </a:xfrm>
        </p:spPr>
        <p:txBody>
          <a:bodyPr/>
          <a:lstStyle/>
          <a:p>
            <a:r>
              <a:t>User → Frontend → Backend → Smart Contract → Blockchain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A0939B-9F44-49E1-A2F7-385089582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927" y="2476440"/>
            <a:ext cx="6178751" cy="41069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Connect wallet</a:t>
            </a:r>
          </a:p>
          <a:p>
            <a:pPr marL="0" indent="0">
              <a:buNone/>
            </a:pPr>
            <a:r>
              <a:rPr dirty="0"/>
              <a:t>• CRUD operations</a:t>
            </a:r>
          </a:p>
          <a:p>
            <a:pPr marL="0" indent="0">
              <a:buNone/>
            </a:pPr>
            <a:r>
              <a:rPr dirty="0"/>
              <a:t>• View records in table</a:t>
            </a:r>
          </a:p>
          <a:p>
            <a:pPr marL="0" indent="0">
              <a:buNone/>
            </a:pPr>
            <a:r>
              <a:rPr dirty="0"/>
              <a:t>• Export to Excel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API endpoints for smart contract interaction</a:t>
            </a:r>
          </a:p>
          <a:p>
            <a:pPr marL="0" indent="0">
              <a:buNone/>
            </a:pPr>
            <a:r>
              <a:rPr dirty="0"/>
              <a:t>• Record CRUD handler</a:t>
            </a:r>
          </a:p>
          <a:p>
            <a:pPr marL="0" indent="0">
              <a:buNone/>
            </a:pPr>
            <a:r>
              <a:rPr dirty="0"/>
              <a:t>• RPC and Wallet provider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Connect wallet</a:t>
            </a:r>
          </a:p>
          <a:p>
            <a:pPr marL="0" indent="0">
              <a:buNone/>
            </a:pPr>
            <a:r>
              <a:rPr dirty="0"/>
              <a:t>2. Enter student details</a:t>
            </a:r>
          </a:p>
          <a:p>
            <a:pPr marL="0" indent="0">
              <a:buNone/>
            </a:pPr>
            <a:r>
              <a:rPr dirty="0"/>
              <a:t>3. Perform CRUD operations</a:t>
            </a:r>
          </a:p>
          <a:p>
            <a:pPr marL="0" indent="0">
              <a:buNone/>
            </a:pPr>
            <a:r>
              <a:rPr dirty="0"/>
              <a:t>4. Data stored on blockchain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Security</a:t>
            </a:r>
          </a:p>
          <a:p>
            <a:pPr marL="0" indent="0">
              <a:buNone/>
            </a:pPr>
            <a:r>
              <a:rPr dirty="0"/>
              <a:t>• Transparency</a:t>
            </a:r>
          </a:p>
          <a:p>
            <a:pPr marL="0" indent="0">
              <a:buNone/>
            </a:pPr>
            <a:r>
              <a:rPr dirty="0"/>
              <a:t>• No tampering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• Distributed storage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secure and decentralized way to store and manage student records.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215</Words>
  <Application>Microsoft Office PowerPoint</Application>
  <PresentationFormat>On-screen Show (4:3)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Title Slide</vt:lpstr>
      <vt:lpstr>Introduction</vt:lpstr>
      <vt:lpstr>Objectives</vt:lpstr>
      <vt:lpstr>Tech Stack</vt:lpstr>
      <vt:lpstr>Smart Contract</vt:lpstr>
      <vt:lpstr>Architecture</vt:lpstr>
      <vt:lpstr>Frontend Features</vt:lpstr>
      <vt:lpstr>Backend Responsibilities</vt:lpstr>
      <vt:lpstr>Workflow</vt:lpstr>
      <vt:lpstr>Advantages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Abinash Behera</cp:lastModifiedBy>
  <cp:revision>3</cp:revision>
  <dcterms:created xsi:type="dcterms:W3CDTF">2013-01-27T09:14:16Z</dcterms:created>
  <dcterms:modified xsi:type="dcterms:W3CDTF">2025-11-11T05:09:29Z</dcterms:modified>
  <cp:category/>
</cp:coreProperties>
</file>