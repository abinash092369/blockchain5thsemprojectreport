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Decentralized ERC‑20 Token Donation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 decentralized platform enabling donation via ETH or ERC‑20 tokens.</a:t>
            </a:r>
          </a:p>
          <a:p>
            <a:r>
              <a:t>• Built using Ethereum smart contracts.</a:t>
            </a:r>
          </a:p>
          <a:p>
            <a:r>
              <a:t>• Ensures transparency and immutability.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Enable transparent donations.</a:t>
            </a:r>
          </a:p>
          <a:p>
            <a:r>
              <a:t>• Support multiple campaigns.</a:t>
            </a:r>
          </a:p>
          <a:p>
            <a:r>
              <a:t>• Maintain secure charity wallet.</a:t>
            </a:r>
          </a:p>
          <a:p>
            <a:r>
              <a:t>• Show donation history and statistics.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Donor interacts with React DApp.</a:t>
            </a:r>
          </a:p>
          <a:p>
            <a:r>
              <a:t>• Smart contracts (DonationManager + CharityWallet).</a:t>
            </a:r>
          </a:p>
          <a:p>
            <a:r>
              <a:t>• Ethereum blockchain processes donations.</a:t>
            </a:r>
          </a:p>
          <a:p>
            <a:r>
              <a:t>• Events update frontend display.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Solidity</a:t>
            </a:r>
          </a:p>
          <a:p>
            <a:r>
              <a:t>• React (JavaScript)</a:t>
            </a:r>
          </a:p>
          <a:p>
            <a:r>
              <a:t>• ethers.js</a:t>
            </a:r>
          </a:p>
          <a:p>
            <a:r>
              <a:t>• Netlify Hosting</a:t>
            </a:r>
          </a:p>
          <a:p>
            <a:r>
              <a:t>• MetaMask</a:t>
            </a:r>
          </a:p>
          <a:p>
            <a:r>
              <a:t>• Ethereum Testnet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Contracts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DonationManager.sol – Handles token donations &amp; campaign mapping.</a:t>
            </a:r>
          </a:p>
          <a:p>
            <a:r>
              <a:t>• CharityWallet.sol – Receives ETH donations.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React UI for donation input.</a:t>
            </a:r>
          </a:p>
          <a:p>
            <a:r>
              <a:t>• MetaMask wallet connect.</a:t>
            </a:r>
          </a:p>
          <a:p>
            <a:r>
              <a:t>• ETH &amp; ERC‑20 token support.</a:t>
            </a:r>
          </a:p>
          <a:p>
            <a:r>
              <a:t>• Displays donation events and statistics.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Donate ETH &amp; ERC‑20 tokens.</a:t>
            </a:r>
          </a:p>
          <a:p>
            <a:r>
              <a:t>• Multiple campaigns.</a:t>
            </a:r>
          </a:p>
          <a:p>
            <a:r>
              <a:t>• Real‑time event updates.</a:t>
            </a:r>
          </a:p>
          <a:p>
            <a:r>
              <a:t>• Donation leaderboard.</a:t>
            </a:r>
          </a:p>
          <a:p>
            <a:r>
              <a:t>• Transparent charity fund.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Smart contract deployed on Ethereum testnet.</a:t>
            </a:r>
          </a:p>
          <a:p>
            <a:r>
              <a:t>• React app deployed on Netlify.</a:t>
            </a:r>
          </a:p>
          <a:p>
            <a:r>
              <a:t>• GitHub for version control.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Demonstrates decentralized donations.</a:t>
            </a:r>
          </a:p>
          <a:p>
            <a:r>
              <a:t>• Transparent &amp; secure.</a:t>
            </a:r>
          </a:p>
          <a:p>
            <a:r>
              <a:t>• Can be extended for NGOs &amp; global donors.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