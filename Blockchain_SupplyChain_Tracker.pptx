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29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21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84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96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6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71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00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25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6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22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1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370" y="716030"/>
            <a:ext cx="6571343" cy="1049235"/>
          </a:xfrm>
        </p:spPr>
        <p:txBody>
          <a:bodyPr>
            <a:normAutofit/>
          </a:bodyPr>
          <a:lstStyle/>
          <a:p>
            <a:r>
              <a:rPr lang="en-IN" dirty="0"/>
              <a:t>🔗 </a:t>
            </a:r>
            <a:r>
              <a:rPr dirty="0"/>
              <a:t>Blockchain-Based Supply </a:t>
            </a:r>
            <a:br>
              <a:rPr lang="en-US" dirty="0"/>
            </a:br>
            <a:r>
              <a:rPr lang="en-US" dirty="0"/>
              <a:t>               </a:t>
            </a:r>
            <a:r>
              <a:rPr dirty="0"/>
              <a:t>Chain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4" y="206477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       </a:t>
            </a:r>
            <a:r>
              <a:rPr sz="2800" dirty="0"/>
              <a:t>Tracking products using Ethereum &amp; QR Codes</a:t>
            </a:r>
          </a:p>
          <a:p>
            <a:r>
              <a:rPr lang="en-US" dirty="0"/>
              <a:t>By:</a:t>
            </a:r>
          </a:p>
          <a:p>
            <a:pPr marL="0" indent="0">
              <a:buNone/>
            </a:pPr>
            <a:r>
              <a:rPr lang="en-US" dirty="0"/>
              <a:t>           Abinash Behera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        (</a:t>
            </a:r>
            <a:r>
              <a:rPr lang="en-US" dirty="0"/>
              <a:t>230301120453)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Supply chain management ensures product traceability.</a:t>
            </a:r>
          </a:p>
          <a:p>
            <a:pPr marL="0" indent="0">
              <a:buNone/>
            </a:pPr>
            <a:r>
              <a:rPr dirty="0"/>
              <a:t>• Traditional systems are centralized and prone to fraud.</a:t>
            </a:r>
          </a:p>
          <a:p>
            <a:pPr marL="0" indent="0">
              <a:buNone/>
            </a:pPr>
            <a:r>
              <a:rPr dirty="0"/>
              <a:t>• Blockchain provides transparency, immutability, and decentralization.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Lack of real-time product verification.</a:t>
            </a:r>
          </a:p>
          <a:p>
            <a:pPr marL="0" indent="0">
              <a:buNone/>
            </a:pPr>
            <a:r>
              <a:rPr dirty="0"/>
              <a:t>• Risk of counterfeit products.</a:t>
            </a:r>
          </a:p>
          <a:p>
            <a:pPr marL="0" indent="0">
              <a:buNone/>
            </a:pPr>
            <a:r>
              <a:rPr dirty="0"/>
              <a:t>• Difficulty in tracking product history.</a:t>
            </a:r>
          </a:p>
          <a:p>
            <a:pPr marL="0" indent="0">
              <a:buNone/>
            </a:pPr>
            <a:r>
              <a:rPr dirty="0"/>
              <a:t>• Centralized databases can be tampered.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Build a decentralized supply chain tracker on Ethereum.</a:t>
            </a:r>
          </a:p>
          <a:p>
            <a:pPr marL="0" indent="0">
              <a:buNone/>
            </a:pPr>
            <a:r>
              <a:rPr dirty="0"/>
              <a:t>2. Generate QR codes for each product.</a:t>
            </a:r>
          </a:p>
          <a:p>
            <a:pPr marL="0" indent="0">
              <a:buNone/>
            </a:pPr>
            <a:r>
              <a:rPr dirty="0"/>
              <a:t>3. Enable users to scan QR codes and fetch product details.</a:t>
            </a:r>
          </a:p>
          <a:p>
            <a:pPr marL="0" indent="0">
              <a:buNone/>
            </a:pPr>
            <a:r>
              <a:rPr dirty="0"/>
              <a:t>4. Provide a user-friendly frontend using React.</a:t>
            </a:r>
          </a:p>
          <a:p>
            <a:pPr marL="0" indent="0">
              <a:buNone/>
            </a:pPr>
            <a:r>
              <a:rPr dirty="0"/>
              <a:t>5. Ensure secure storage of product data on blockchain.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C4A2B4-79CD-2C2F-CFB8-D46710CFE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52" y="206390"/>
            <a:ext cx="8211696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57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React.js, HTML/CSS, JavaScript</a:t>
            </a:r>
          </a:p>
          <a:p>
            <a:r>
              <a:t>Blockchain: Ethereum (Sepolia testnet)</a:t>
            </a:r>
          </a:p>
          <a:p>
            <a:r>
              <a:t>Smart Contract: Solidity</a:t>
            </a:r>
          </a:p>
          <a:p>
            <a:r>
              <a:t>Wallet: MetaMask</a:t>
            </a:r>
          </a:p>
          <a:p>
            <a:r>
              <a:t>QR Code: qrcode.react</a:t>
            </a:r>
          </a:p>
          <a:p>
            <a:r>
              <a:t>Deployment: Netlify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Functions:</a:t>
            </a:r>
          </a:p>
          <a:p>
            <a:pPr marL="0" indent="0">
              <a:buNone/>
            </a:pPr>
            <a:r>
              <a:rPr dirty="0"/>
              <a:t>  - </a:t>
            </a:r>
            <a:r>
              <a:rPr dirty="0" err="1"/>
              <a:t>addProduct</a:t>
            </a:r>
            <a:r>
              <a:rPr dirty="0"/>
              <a:t>(</a:t>
            </a:r>
            <a:r>
              <a:rPr dirty="0" err="1"/>
              <a:t>productID</a:t>
            </a:r>
            <a:r>
              <a:rPr dirty="0"/>
              <a:t>, name, location) → Add product</a:t>
            </a:r>
          </a:p>
          <a:p>
            <a:pPr marL="0" indent="0">
              <a:buNone/>
            </a:pPr>
            <a:r>
              <a:rPr dirty="0"/>
              <a:t>  - </a:t>
            </a:r>
            <a:r>
              <a:rPr dirty="0" err="1"/>
              <a:t>getProduct</a:t>
            </a:r>
            <a:r>
              <a:rPr dirty="0"/>
              <a:t>(</a:t>
            </a:r>
            <a:r>
              <a:rPr dirty="0" err="1"/>
              <a:t>productID</a:t>
            </a:r>
            <a:r>
              <a:rPr dirty="0"/>
              <a:t>) → Fetch product details</a:t>
            </a:r>
          </a:p>
          <a:p>
            <a:pPr marL="0" indent="0">
              <a:buNone/>
            </a:pPr>
            <a:r>
              <a:rPr dirty="0"/>
              <a:t>• Products stored as struct: {name, location, timestamp}</a:t>
            </a:r>
          </a:p>
          <a:p>
            <a:pPr marL="0" indent="0">
              <a:buNone/>
            </a:pPr>
            <a:r>
              <a:rPr dirty="0"/>
              <a:t>• Immutability ensures products cannot be modified.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Connect wallet using MetaMask.</a:t>
            </a:r>
          </a:p>
          <a:p>
            <a:pPr marL="0" indent="0">
              <a:buNone/>
            </a:pPr>
            <a:r>
              <a:rPr dirty="0"/>
              <a:t>• Add product with ID, name, location.</a:t>
            </a:r>
          </a:p>
          <a:p>
            <a:pPr marL="0" indent="0">
              <a:buNone/>
            </a:pPr>
            <a:r>
              <a:rPr dirty="0"/>
              <a:t>• Generate and download QR code.</a:t>
            </a:r>
          </a:p>
          <a:p>
            <a:pPr marL="0" indent="0">
              <a:buNone/>
            </a:pPr>
            <a:r>
              <a:rPr dirty="0"/>
              <a:t>• Scan QR code to fetch product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QR Code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Every product has a unique QR code.</a:t>
            </a:r>
          </a:p>
          <a:p>
            <a:pPr marL="0" indent="0">
              <a:buNone/>
            </a:pPr>
            <a:r>
              <a:rPr dirty="0"/>
              <a:t>• Users can download or copy QR code.</a:t>
            </a:r>
          </a:p>
          <a:p>
            <a:pPr marL="0" indent="0">
              <a:buNone/>
            </a:pPr>
            <a:r>
              <a:rPr dirty="0"/>
              <a:t>• Scan the QR code to verify product on blockchain.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QR Scanner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Click Open Scanner to scan QR codes.</a:t>
            </a:r>
          </a:p>
          <a:p>
            <a:pPr marL="0" indent="0">
              <a:buNone/>
            </a:pPr>
            <a:r>
              <a:rPr dirty="0"/>
              <a:t>• Fetch product details in real-time.</a:t>
            </a:r>
          </a:p>
          <a:p>
            <a:pPr marL="0" indent="0">
              <a:buNone/>
            </a:pPr>
            <a:r>
              <a:rPr dirty="0"/>
              <a:t>• Display: ID, Name, Location, Timestamp.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Connect MetaMask wallet.</a:t>
            </a:r>
          </a:p>
          <a:p>
            <a:pPr marL="0" indent="0">
              <a:buNone/>
            </a:pPr>
            <a:r>
              <a:rPr dirty="0"/>
              <a:t>2. Add product → generates QR code.</a:t>
            </a:r>
          </a:p>
          <a:p>
            <a:pPr marL="0" indent="0">
              <a:buNone/>
            </a:pPr>
            <a:r>
              <a:rPr dirty="0"/>
              <a:t>3. Download/Copy QR code.</a:t>
            </a:r>
          </a:p>
          <a:p>
            <a:pPr marL="0" indent="0">
              <a:buNone/>
            </a:pPr>
            <a:r>
              <a:rPr dirty="0"/>
              <a:t>4. Scan QR code → fetch product details.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React frontend deployed on Netlify.</a:t>
            </a:r>
          </a:p>
          <a:p>
            <a:pPr marL="0" indent="0">
              <a:buNone/>
            </a:pPr>
            <a:r>
              <a:rPr dirty="0"/>
              <a:t>• Ethereum smart contract deployed on </a:t>
            </a:r>
            <a:r>
              <a:rPr dirty="0" err="1"/>
              <a:t>Sepolia</a:t>
            </a:r>
            <a:r>
              <a:rPr dirty="0"/>
              <a:t> </a:t>
            </a:r>
            <a:r>
              <a:rPr dirty="0" err="1"/>
              <a:t>testnet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Users interact via MetaMask.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Transparency: Everyone can verify product data.</a:t>
            </a:r>
          </a:p>
          <a:p>
            <a:pPr marL="0" indent="0">
              <a:buNone/>
            </a:pPr>
            <a:r>
              <a:rPr dirty="0"/>
              <a:t>• Immutability: Data cannot be tampered.</a:t>
            </a:r>
          </a:p>
          <a:p>
            <a:pPr marL="0" indent="0">
              <a:buNone/>
            </a:pPr>
            <a:r>
              <a:rPr dirty="0"/>
              <a:t>• Decentralized: No central authority.</a:t>
            </a:r>
          </a:p>
          <a:p>
            <a:pPr marL="0" indent="0">
              <a:buNone/>
            </a:pPr>
            <a:r>
              <a:rPr dirty="0"/>
              <a:t>• Secure: Smart contracts ensure data integrity.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Requires MetaMask and Ethereum network.</a:t>
            </a:r>
          </a:p>
          <a:p>
            <a:pPr marL="0" indent="0">
              <a:buNone/>
            </a:pPr>
            <a:r>
              <a:rPr dirty="0"/>
              <a:t>• Gas fees on </a:t>
            </a:r>
            <a:r>
              <a:rPr dirty="0" err="1"/>
              <a:t>mainnet</a:t>
            </a:r>
            <a:r>
              <a:rPr dirty="0"/>
              <a:t> (use </a:t>
            </a:r>
            <a:r>
              <a:rPr dirty="0" err="1"/>
              <a:t>Sepolia</a:t>
            </a:r>
            <a:r>
              <a:rPr dirty="0"/>
              <a:t> for testing).</a:t>
            </a:r>
          </a:p>
          <a:p>
            <a:pPr marL="0" indent="0">
              <a:buNone/>
            </a:pPr>
            <a:r>
              <a:rPr dirty="0"/>
              <a:t>• Internet required for scanning QR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Add multi-user roles (Manufacturer, Distributor, Retailer).</a:t>
            </a:r>
          </a:p>
          <a:p>
            <a:pPr marL="0" indent="0">
              <a:buNone/>
            </a:pPr>
            <a:r>
              <a:rPr dirty="0"/>
              <a:t>• Integrate mobile-friendly QR scanner.</a:t>
            </a:r>
          </a:p>
          <a:p>
            <a:pPr marL="0" indent="0">
              <a:buNone/>
            </a:pPr>
            <a:r>
              <a:rPr dirty="0"/>
              <a:t>• Track product history across supply chain.</a:t>
            </a:r>
          </a:p>
          <a:p>
            <a:pPr marL="0" indent="0">
              <a:buNone/>
            </a:pPr>
            <a:r>
              <a:rPr dirty="0"/>
              <a:t>• Integrate with IPFS to store detailed product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Blockchain ensures secure, transparent supply chain.</a:t>
            </a:r>
          </a:p>
          <a:p>
            <a:pPr marL="0" indent="0">
              <a:buNone/>
            </a:pPr>
            <a:r>
              <a:rPr dirty="0"/>
              <a:t>• QR codes make product verification simple.</a:t>
            </a:r>
          </a:p>
          <a:p>
            <a:pPr marL="0" indent="0">
              <a:buNone/>
            </a:pPr>
            <a:r>
              <a:rPr dirty="0"/>
              <a:t>• Demonstrates practical blockchain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500</Words>
  <Application>Microsoft Office PowerPoint</Application>
  <PresentationFormat>On-screen Show (4:3)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🔗 Blockchain-Based Supply                 Chain Tracker</vt:lpstr>
      <vt:lpstr>Introduction</vt:lpstr>
      <vt:lpstr>Problem Statement</vt:lpstr>
      <vt:lpstr>Project Objectives</vt:lpstr>
      <vt:lpstr>PowerPoint Presentation</vt:lpstr>
      <vt:lpstr>Tools &amp; Technologies</vt:lpstr>
      <vt:lpstr>Smart Contract Overview</vt:lpstr>
      <vt:lpstr>Frontend Overview</vt:lpstr>
      <vt:lpstr>QR Code Feature</vt:lpstr>
      <vt:lpstr>QR Scanner Feature</vt:lpstr>
      <vt:lpstr>Demo Flow</vt:lpstr>
      <vt:lpstr>Deployment</vt:lpstr>
      <vt:lpstr>Advantages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Abinash Behera</cp:lastModifiedBy>
  <cp:revision>4</cp:revision>
  <dcterms:created xsi:type="dcterms:W3CDTF">2013-01-27T09:14:16Z</dcterms:created>
  <dcterms:modified xsi:type="dcterms:W3CDTF">2025-11-11T08:09:09Z</dcterms:modified>
  <cp:category/>
</cp:coreProperties>
</file>