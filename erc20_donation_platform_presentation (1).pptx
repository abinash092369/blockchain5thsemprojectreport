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&amp; Implementation of a Decentralized ERC‑20 Token‑Based Donation Platform</a:t>
            </a:r>
          </a:p>
          <a:p>
            <a:r>
              <a:t>Using Ethereum</a:t>
            </a:r>
          </a:p>
          <a:p/>
          <a:p>
            <a:r>
              <a:t>Team: Abinash Behera, Amit Pradhan, Akshya Ku Behera, Swornapriya Patra, Suchismita</a:t>
            </a:r>
          </a:p>
          <a:p>
            <a:r>
              <a:t>Guide: Abhi Mitra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blockchain-based donation platforms.</a:t>
            </a:r>
          </a:p>
          <a:p>
            <a:r>
              <a:t>Need for transparency and decentralization.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donation systems lack transparency, traceability, and trust.</a:t>
            </a:r>
          </a:p>
          <a:p>
            <a:r>
              <a:t>Solution: Build a decentralized ERC‑20 donation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Decentralized apps (DApps)</a:t>
            </a:r>
          </a:p>
          <a:p>
            <a:r>
              <a:t>• Ethereum smart contracts</a:t>
            </a:r>
          </a:p>
          <a:p>
            <a:r>
              <a:t>• ERC‑20 token donation models</a:t>
            </a:r>
          </a:p>
          <a:p>
            <a:r>
              <a:t>• Existing charity blockchain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users to donate ETH or ERC‑20 tokens</a:t>
            </a:r>
          </a:p>
          <a:p>
            <a:r>
              <a:t>• Track donation history</a:t>
            </a:r>
          </a:p>
          <a:p>
            <a:r>
              <a:t>• Ensure transparency via smart contracts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Flow:</a:t>
            </a:r>
          </a:p>
          <a:p>
            <a:r>
              <a:t>Donor → Frontend (React) → Smart Contracts → Charity Wallet</a:t>
            </a:r>
          </a:p>
          <a:p>
            <a:r>
              <a:t>Event logs → 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(Image)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Placeholder — Replace with architecture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DonationManager.sol</a:t>
            </a:r>
          </a:p>
          <a:p>
            <a:r>
              <a:t>CharityWallet.sol</a:t>
            </a:r>
          </a:p>
          <a:p>
            <a:r>
              <a:t>Events for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React-based UI to facilitate donations</a:t>
            </a:r>
          </a:p>
          <a:p>
            <a:r>
              <a:t>Metamask wallet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UI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Placeholder — Add UI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Donate ETH</a:t>
            </a:r>
          </a:p>
          <a:p>
            <a:r>
              <a:t>✔ Donate ERC‑20 tokens</a:t>
            </a:r>
          </a:p>
          <a:p>
            <a:r>
              <a:t>✔ Per‑campaign donation log</a:t>
            </a:r>
          </a:p>
          <a:p>
            <a:r>
              <a:t>✔ Wallet authentication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connects wallet</a:t>
            </a:r>
          </a:p>
          <a:p>
            <a:r>
              <a:t>2. Inputs donation details</a:t>
            </a:r>
          </a:p>
          <a:p>
            <a:r>
              <a:t>3. Smart contract records</a:t>
            </a:r>
          </a:p>
          <a:p>
            <a:r>
              <a:t>4. Dashboard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Solidity, React, Ethers.js, MetaMask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Netlify (Frontend)</a:t>
            </a:r>
          </a:p>
          <a:p>
            <a:r>
              <a:t>Ethereum testnet (Sepolia)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tests</a:t>
            </a:r>
          </a:p>
          <a:p>
            <a:r>
              <a:t>• Smart contract simulation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ERC‑20 donation successful</a:t>
            </a:r>
          </a:p>
          <a:p>
            <a:r>
              <a:t>• Event logs captured properly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Multi‑chain support</a:t>
            </a:r>
          </a:p>
          <a:p>
            <a:r>
              <a:t>• Automated tax receipts</a:t>
            </a:r>
          </a:p>
          <a:p>
            <a:r>
              <a:t>• DAO‑based fund governance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 donation platform ensures transparency and trust.</a:t>
            </a:r>
          </a:p>
          <a:p>
            <a:r>
              <a:t>Future‑ready architecture with flexibility.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Blockchain, Ethereum, Web3 articles &amp; repositories.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